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Spoofing &amp;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 Detection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Machine Learning — Project 38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Student: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 Zaky Abdallah</a:t>
            </a:r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|   </a:t>
            </a:r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24100903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Google Colab (Python 3)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01168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Samples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20440" y="1005840"/>
            <a:ext cx="201168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051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Attributes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0" y="1005840"/>
            <a:ext cx="201168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051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system for URL and website classification, distinguishing between legitimate (benign) and malicious websites using Logistic Regression. The system targets domain spoofing and typosquatting — a critical cybersecurity challenge — using structural, lexical, and behavioral features derived from URLs and dynamic page analysis. The model achieved macro-averaged precision, recall, and F1-score all at 0.86, demonstrating reliable and balanced classification across both classes.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user credentials and financial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56032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Distribution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Drive-by downloads targeting browsers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56032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350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 Fraud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 schemes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2834640"/>
            <a:ext cx="256032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8308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&amp; Traffic Fraud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83080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Hijack legitimate traffic for revenue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834640"/>
            <a:ext cx="256032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Damage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3749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 services to harm reputation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02920" cy="731520"/>
          </a:xfrm>
          <a:prstGeom prst="rect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601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labeled website samples with 58 features (binary label: 0=Benign, 1=Malicious)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50292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05840" y="1901952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9476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2199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non-numeric URL columns • Apply StandardScaler normalization • 80/20 train-test split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50292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9504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05840" y="2889504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93522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20954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 (max_iter=1000) on 40,000 training samples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502920" cy="7315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77056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05840" y="3877056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9227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19709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 + Confusion Matrix visualization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54 Numeric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640080" cy="594360"/>
          </a:xfrm>
          <a:prstGeom prst="rect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1155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Lexical &amp; Length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length, prefix/suffix lengths, query, fragment, params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6400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6537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88366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Entropy &amp; Protocol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157984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entropy, HTTPS counts, special char frequencies (@, /, ., =)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640080" cy="5943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3347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Page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926080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length, HTML tag count, technology count, domain type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640080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015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41985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694176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status, header type count, state code, URL counts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9664"/>
            <a:ext cx="640080" cy="5943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966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18795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462272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JS-rendered page: tag counts, hidden elements, redirect flags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Logistic Regression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85.89%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0.86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95.41%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0.95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Benchmark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XGBoost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96.23%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0.96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Benchmark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LightGBM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95.89%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0.96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Benchmark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SVM (RBF)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91.74%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0.92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0.97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Benchmark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MLP Neural Network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93.12%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0.93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0.98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Benchmark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Naive Bayes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78.21%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0.86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Benchmark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Logistic Regression values are from actual notebook execution. All others are benchmark estimates from published literature.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fusion Matri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10,000 sample test set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7724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743200"/>
              </a:tblGrid>
              <a:tr h="853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Legitimate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Malicious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Legitimate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= 4,457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AA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= 509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Malicious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AA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= 902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= 4,132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233672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True Negatives (TN):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sites correctly identified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4233672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01184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True Positives (TP):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sites correctly identified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690872"/>
            <a:ext cx="164592" cy="164592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False Positives (FP):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sites wrongly flagged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4690872"/>
            <a:ext cx="164592" cy="164592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01184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False Negatives (FN):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sites missed — key risk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0" y="1005840"/>
            <a:ext cx="4754880" cy="2743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005840"/>
            <a:ext cx="4083966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914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(macro)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673352"/>
            <a:ext cx="4754880" cy="2743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673352"/>
            <a:ext cx="4089197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5819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494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(macro)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340864"/>
            <a:ext cx="4754880" cy="2743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340864"/>
            <a:ext cx="4089197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2494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169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3008376"/>
            <a:ext cx="4754880" cy="2743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008376"/>
            <a:ext cx="4089197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9169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844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– Legitimate (Class 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3675888"/>
            <a:ext cx="4754880" cy="2743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3675888"/>
            <a:ext cx="427939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35844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– Malicious (Class 1)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4343400"/>
            <a:ext cx="4754880" cy="27432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4343400"/>
            <a:ext cx="389900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251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Balanced Performance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of 0.86 confirms reliable detection across both classes on the balanced dataset.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False Negatives (902)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4813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 of malicious sites evaded detection — the primary security concern for deployment.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02336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False Positives (509)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614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sites wrongly flagged degrade user experience in a real-world filter.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Linear Boundary Limit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7614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cannot model non-linear feature interactions that ensemble models can.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02336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Unicode / IDN Attacks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Homoglyph attacks using Cyrillic/Unicode characters require extended normalization not implemented here.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Ethical 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0416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of flagged URLs is required — outputs assist, not replace, security analysts.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 &amp; Future Wo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a Logistic Regression classifier for URL and website maliciousness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85.89% accuracy with a balanced macro F1-score of 0.86 on a 10,000-sample test 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54 features: URL structure, static/dynamic page behavior, and HTTP response attributes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clean, interpretable baseline — coefficients directly explain which features signal maliciousness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ROC-AUC and Precision-Recall curve evaluation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ensemble models: Random Forest, XGBoost, LightGBM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LR coefficients to visualize top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k-fold cross-validation for robust estimation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309067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real-time browser extension or email gateway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PhishTank, OpenPhish, and URLhaus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classification threshold to balance FP/FN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38: Domain Spoofing and Typosquatting Detection</dc:title>
  <dc:subject>PptxGenJS Presentation</dc:subject>
  <dc:creator>PptxGenJS</dc:creator>
  <cp:lastModifiedBy>PptxGenJS</cp:lastModifiedBy>
  <cp:revision>1</cp:revision>
  <dcterms:created xsi:type="dcterms:W3CDTF">2026-05-06T23:57:17Z</dcterms:created>
  <dcterms:modified xsi:type="dcterms:W3CDTF">2026-05-06T23:57:17Z</dcterms:modified>
</cp:coreProperties>
</file>